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486400" cy="566928"/>
          </a:xfrm>
          <a:prstGeom prst="rect">
            <a:avLst/>
          </a:prstGeom>
          <a:noFill/>
        </p:spPr>
        <p:txBody>
          <a:bodyPr wrap="none" lIns="128016" rIns="128016" tIns="73152" bIns="73152">
            <a:spAutoFit/>
          </a:bodyPr>
          <a:lstStyle/>
          <a:p>
            <a:r>
              <a:rPr sz="3000" b="1">
                <a:solidFill>
                  <a:srgbClr val="17324D"/>
                </a:solidFill>
                <a:latin typeface="Aptos"/>
              </a:rPr>
              <a:t>NATIVE SIGNALS</a:t>
            </a:r>
          </a:p>
        </p:txBody>
      </p:sp>
      <p:pic>
        <p:nvPicPr>
          <p:cNvPr id="3" name="Picture 2" descr="01-bilingu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115568"/>
            <a:ext cx="5394960" cy="303466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" y="1325880"/>
            <a:ext cx="49834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/>
            <a:r>
              <a:rPr sz="2000" b="1">
                <a:solidFill>
                  <a:srgbClr val="2E86AB"/>
                </a:solidFill>
                <a:latin typeface="Aptos"/>
              </a:rPr>
              <a:t>PAGE   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532888"/>
            <a:ext cx="49834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/>
            <a:r>
              <a:rPr sz="2000" b="1">
                <a:solidFill>
                  <a:srgbClr val="D1495B"/>
                </a:solidFill>
                <a:latin typeface="Aptos"/>
              </a:rPr>
              <a:t>MODE   NATIVE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739896"/>
            <a:ext cx="49834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1F9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/>
            <a:r>
              <a:rPr sz="2000" b="1">
                <a:solidFill>
                  <a:srgbClr val="1F9D77"/>
                </a:solidFill>
                <a:latin typeface="Aptos"/>
              </a:rPr>
              <a:t>STATE   EDITABLE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4709160"/>
            <a:ext cx="5394960" cy="731520"/>
          </a:xfrm>
          <a:prstGeom prst="rect">
            <a:avLst/>
          </a:prstGeom>
          <a:noFill/>
        </p:spPr>
        <p:txBody>
          <a:bodyPr wrap="none" lIns="128016" rIns="128016" tIns="73152" bIns="73152">
            <a:spAutoFit/>
          </a:bodyPr>
          <a:lstStyle/>
          <a:p>
            <a:r>
              <a:rPr sz="1700" b="0">
                <a:solidFill>
                  <a:srgbClr val="486581"/>
                </a:solidFill>
                <a:latin typeface="Aptos"/>
              </a:rPr>
              <a:t>Native text + vector shapes + raster candidate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486400" cy="566928"/>
          </a:xfrm>
          <a:prstGeom prst="rect">
            <a:avLst/>
          </a:prstGeom>
          <a:noFill/>
        </p:spPr>
        <p:txBody>
          <a:bodyPr wrap="none" lIns="128016" rIns="128016" tIns="73152" bIns="73152">
            <a:spAutoFit/>
          </a:bodyPr>
          <a:lstStyle/>
          <a:p>
            <a:r>
              <a:rPr sz="3000" b="1">
                <a:solidFill>
                  <a:srgbClr val="17324D"/>
                </a:solidFill>
                <a:latin typeface="Aptos"/>
              </a:rPr>
              <a:t>STRUCTURED TEAMS</a:t>
            </a:r>
          </a:p>
        </p:txBody>
      </p:sp>
      <p:pic>
        <p:nvPicPr>
          <p:cNvPr id="3" name="Picture 2" descr="03-profile-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115568"/>
            <a:ext cx="5394960" cy="303466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" y="1325880"/>
            <a:ext cx="49834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/>
            <a:r>
              <a:rPr sz="2000" b="1">
                <a:solidFill>
                  <a:srgbClr val="2E86AB"/>
                </a:solidFill>
                <a:latin typeface="Aptos"/>
              </a:rPr>
              <a:t>PAGE   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532888"/>
            <a:ext cx="49834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/>
            <a:r>
              <a:rPr sz="2000" b="1">
                <a:solidFill>
                  <a:srgbClr val="D1495B"/>
                </a:solidFill>
                <a:latin typeface="Aptos"/>
              </a:rPr>
              <a:t>MODE   NATIVE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739896"/>
            <a:ext cx="49834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1F9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/>
            <a:r>
              <a:rPr sz="2000" b="1">
                <a:solidFill>
                  <a:srgbClr val="1F9D77"/>
                </a:solidFill>
                <a:latin typeface="Aptos"/>
              </a:rPr>
              <a:t>STATE   EDITABLE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4709160"/>
            <a:ext cx="5394960" cy="731520"/>
          </a:xfrm>
          <a:prstGeom prst="rect">
            <a:avLst/>
          </a:prstGeom>
          <a:noFill/>
        </p:spPr>
        <p:txBody>
          <a:bodyPr wrap="none" lIns="128016" rIns="128016" tIns="73152" bIns="73152">
            <a:spAutoFit/>
          </a:bodyPr>
          <a:lstStyle/>
          <a:p>
            <a:r>
              <a:rPr sz="1700" b="0">
                <a:solidFill>
                  <a:srgbClr val="486581"/>
                </a:solidFill>
                <a:latin typeface="Aptos"/>
              </a:rPr>
              <a:t>Native text + vector shapes + raster candidate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486400" cy="566928"/>
          </a:xfrm>
          <a:prstGeom prst="rect">
            <a:avLst/>
          </a:prstGeom>
          <a:noFill/>
        </p:spPr>
        <p:txBody>
          <a:bodyPr wrap="none" lIns="128016" rIns="128016" tIns="73152" bIns="73152">
            <a:spAutoFit/>
          </a:bodyPr>
          <a:lstStyle/>
          <a:p>
            <a:r>
              <a:rPr sz="3000" b="1">
                <a:solidFill>
                  <a:srgbClr val="17324D"/>
                </a:solidFill>
                <a:latin typeface="Aptos"/>
              </a:rPr>
              <a:t>DECISION PATH</a:t>
            </a:r>
          </a:p>
        </p:txBody>
      </p:sp>
      <p:pic>
        <p:nvPicPr>
          <p:cNvPr id="3" name="Picture 2" descr="06-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115568"/>
            <a:ext cx="5394960" cy="303466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" y="1325880"/>
            <a:ext cx="49834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/>
            <a:r>
              <a:rPr sz="2000" b="1">
                <a:solidFill>
                  <a:srgbClr val="2E86AB"/>
                </a:solidFill>
                <a:latin typeface="Aptos"/>
              </a:rPr>
              <a:t>PAGE   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532888"/>
            <a:ext cx="49834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/>
            <a:r>
              <a:rPr sz="2000" b="1">
                <a:solidFill>
                  <a:srgbClr val="D1495B"/>
                </a:solidFill>
                <a:latin typeface="Aptos"/>
              </a:rPr>
              <a:t>MODE   NATIVE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739896"/>
            <a:ext cx="49834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1F9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/>
            <a:r>
              <a:rPr sz="2000" b="1">
                <a:solidFill>
                  <a:srgbClr val="1F9D77"/>
                </a:solidFill>
                <a:latin typeface="Aptos"/>
              </a:rPr>
              <a:t>STATE   EDITABLE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4709160"/>
            <a:ext cx="5394960" cy="731520"/>
          </a:xfrm>
          <a:prstGeom prst="rect">
            <a:avLst/>
          </a:prstGeom>
          <a:noFill/>
        </p:spPr>
        <p:txBody>
          <a:bodyPr wrap="none" lIns="128016" rIns="128016" tIns="73152" bIns="73152">
            <a:spAutoFit/>
          </a:bodyPr>
          <a:lstStyle/>
          <a:p>
            <a:r>
              <a:rPr sz="1700" b="0">
                <a:solidFill>
                  <a:srgbClr val="486581"/>
                </a:solidFill>
                <a:latin typeface="Aptos"/>
              </a:rPr>
              <a:t>Native text + vector shapes + raster candidate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486400" cy="566928"/>
          </a:xfrm>
          <a:prstGeom prst="rect">
            <a:avLst/>
          </a:prstGeom>
          <a:noFill/>
        </p:spPr>
        <p:txBody>
          <a:bodyPr wrap="none" lIns="128016" rIns="128016" tIns="73152" bIns="73152">
            <a:spAutoFit/>
          </a:bodyPr>
          <a:lstStyle/>
          <a:p>
            <a:r>
              <a:rPr sz="3000" b="1">
                <a:solidFill>
                  <a:srgbClr val="17324D"/>
                </a:solidFill>
                <a:latin typeface="Aptos"/>
              </a:rPr>
              <a:t>RELEASE MATRIX</a:t>
            </a:r>
          </a:p>
        </p:txBody>
      </p:sp>
      <p:pic>
        <p:nvPicPr>
          <p:cNvPr id="3" name="Picture 2" descr="10-tiny-element-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115568"/>
            <a:ext cx="5394960" cy="303466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" y="1325880"/>
            <a:ext cx="49834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/>
            <a:r>
              <a:rPr sz="2000" b="1">
                <a:solidFill>
                  <a:srgbClr val="2E86AB"/>
                </a:solidFill>
                <a:latin typeface="Aptos"/>
              </a:rPr>
              <a:t>PAGE  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532888"/>
            <a:ext cx="49834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/>
            <a:r>
              <a:rPr sz="2000" b="1">
                <a:solidFill>
                  <a:srgbClr val="D1495B"/>
                </a:solidFill>
                <a:latin typeface="Aptos"/>
              </a:rPr>
              <a:t>MODE   NATIVE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739896"/>
            <a:ext cx="49834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1F9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/>
            <a:r>
              <a:rPr sz="2000" b="1">
                <a:solidFill>
                  <a:srgbClr val="1F9D77"/>
                </a:solidFill>
                <a:latin typeface="Aptos"/>
              </a:rPr>
              <a:t>STATE   EDITABLE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4709160"/>
            <a:ext cx="5394960" cy="731520"/>
          </a:xfrm>
          <a:prstGeom prst="rect">
            <a:avLst/>
          </a:prstGeom>
          <a:noFill/>
        </p:spPr>
        <p:txBody>
          <a:bodyPr wrap="none" lIns="128016" rIns="128016" tIns="73152" bIns="73152">
            <a:spAutoFit/>
          </a:bodyPr>
          <a:lstStyle/>
          <a:p>
            <a:r>
              <a:rPr sz="1700" b="0">
                <a:solidFill>
                  <a:srgbClr val="486581"/>
                </a:solidFill>
                <a:latin typeface="Aptos"/>
              </a:rPr>
              <a:t>Native text + vector shapes + raster candidate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Mixed native release fixture</dc:title>
  <dc:subject>CC0 release benchmark fixture</dc:subject>
  <dc:creator>image2editable</dc:creator>
  <cp:keywords/>
  <dc:description>generated using python-pptx</dc:description>
  <cp:lastModifiedBy>image2editable</cp:lastModifiedBy>
  <cp:revision>1</cp:revision>
  <dcterms:created xsi:type="dcterms:W3CDTF">2020-01-01T00:00:00Z</dcterms:created>
  <dcterms:modified xsi:type="dcterms:W3CDTF">2020-01-01T00:00:00Z</dcterms:modified>
  <cp:category/>
</cp:coreProperties>
</file>