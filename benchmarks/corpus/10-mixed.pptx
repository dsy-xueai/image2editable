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14400"/>
            <a:ext cx="164592" cy="4572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123444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800">
                <a:solidFill>
                  <a:srgbClr val="1F4E79"/>
                </a:solidFill>
                <a:latin typeface="Aptos"/>
              </a:rPr>
              <a:t>NATIVE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240280"/>
            <a:ext cx="8961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>
                <a:solidFill>
                  <a:srgbClr val="34495E"/>
                </a:solidFill>
                <a:latin typeface="Aptos"/>
              </a:rPr>
              <a:t>Editable text and vector shapes preserve structure for downstream conversion.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34440" y="4069080"/>
            <a:ext cx="3657600" cy="109728"/>
          </a:xfrm>
          <a:prstGeom prst="rect">
            <a:avLst/>
          </a:prstGeom>
          <a:solidFill>
            <a:srgbClr val="E17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table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5156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>
                <a:solidFill>
                  <a:srgbClr val="F6AE2D"/>
                </a:solidFill>
                <a:latin typeface="Aptos"/>
              </a:rPr>
              <a:t>MIXED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57400"/>
            <a:ext cx="420624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>
                <a:solidFill>
                  <a:srgbClr val="F0F4F8"/>
                </a:solidFill>
                <a:latin typeface="Aptos"/>
              </a:rPr>
              <a:t>Native text remains editable while the image region retains visual detail.</a:t>
            </a:r>
          </a:p>
        </p:txBody>
      </p:sp>
      <p:pic>
        <p:nvPicPr>
          <p:cNvPr id="4" name="Picture 3" descr="05-photo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27632"/>
            <a:ext cx="5989320" cy="33689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(16:9)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Mixed editable benchmark</dc:title>
  <dc:subject>Editable conversion benchmark</dc:subject>
  <dc:creator>image2editable</dc:creator>
  <cp:keywords/>
  <dc:description>generated using python-pptx</dc:description>
  <cp:lastModifiedBy>image2editable</cp:lastModifiedBy>
  <cp:revision>1</cp:revision>
  <dcterms:created xsi:type="dcterms:W3CDTF">2020-01-01T00:00:00Z</dcterms:created>
  <dcterms:modified xsi:type="dcterms:W3CDTF">2020-01-01T00:00:00Z</dcterms:modified>
  <cp:category/>
</cp:coreProperties>
</file>